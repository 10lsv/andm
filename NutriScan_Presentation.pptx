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0B981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486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NutriScan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de scan alimentaire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Scannez. Comprenez. Mangez mieux.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SUPINFO - Module React Native - Bac+3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Sommaire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1673352"/>
            <a:ext cx="6400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3736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API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80160" y="2176272"/>
            <a:ext cx="6400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24028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obligatoires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80160" y="2679192"/>
            <a:ext cx="6400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74320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différenciantes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80160" y="3182112"/>
            <a:ext cx="6400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24612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80160" y="3685032"/>
            <a:ext cx="6400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74904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8016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UX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80160" y="4187952"/>
            <a:ext cx="6400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25196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8016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&amp; Conclusion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80160" y="4690872"/>
            <a:ext cx="6400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Présentation du projet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NutriScan est une application mobile de scan alimentaire inspirée de Yuka. L'utilisateur peut photographier le code-barres d'un produit pour obtenir ses informations nutritionnelles, son Nutri-Score et des alertes personnalisées.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47548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56032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60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2560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Expo SDK 54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47548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3154680"/>
            <a:ext cx="54864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3154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Food Facts (gratuite)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47548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74904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749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3749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semaines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343400"/>
            <a:ext cx="47548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34340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343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4343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en binôme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097280"/>
            <a:ext cx="2926080" cy="3657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17920" y="173736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complète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publique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 &amp; code-barres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multi-écrans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locale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clair / sombre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Git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Technologies &amp; API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37744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23774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mobile cross-platform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37744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280160"/>
            <a:ext cx="237744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54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616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 et gestion native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37744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1280160"/>
            <a:ext cx="23774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+ Stack Navigator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237744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743200"/>
            <a:ext cx="23774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locale des données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743200"/>
            <a:ext cx="237744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2743200"/>
            <a:ext cx="23774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Camera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6616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 codes-barres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743200"/>
            <a:ext cx="237744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2743200"/>
            <a:ext cx="23774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1792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Typage statique &amp; qualité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206240"/>
            <a:ext cx="7680960" cy="54864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Open Food Facts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alimentaire open source  |  3M+ produits  |  Sans inscription  |  User-Agent requis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Fonctionnalités obligatoires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280160"/>
            <a:ext cx="502920" cy="50292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207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de code-barres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 arrière, détection auto EAN-13/UPC, requête API instantanée, gestion d'erreur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280160"/>
            <a:ext cx="502920" cy="50292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2120" y="1207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produit complète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Nutri-Score visuel, NOVA, tableau nutritionnel, ingrédients, allergènes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37744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2560320"/>
            <a:ext cx="502920" cy="50292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2487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scans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locale, ordre chronologique, suppression, persistance entre sessions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560320"/>
            <a:ext cx="502920" cy="50292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2487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de produits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nom/marque via OpenFoodFacts, debounce 400ms, pagination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65760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3840480"/>
            <a:ext cx="502920" cy="50292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3767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sombre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0876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dans les paramètres, appliqué sur tous les écrans, choix persisté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840480"/>
            <a:ext cx="502920" cy="50292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32120" y="3767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complète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3212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Navigator (5 onglets) + Stack Navigator, transitions fluides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Fonctionnalités différenciantes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distingue NutriScan d'un simple clone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Comparateur de produits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011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de 2 produits, comparaison côte à côte avec barres visuelles, code couleur vert/rouge par critère, résumé du gagnant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65760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463040"/>
            <a:ext cx="3657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allergènes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2011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allergènes configurables (gluten, lait, œufs...), alertes visuelles sur la fiche produit, régimes alimentaires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365760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108960"/>
            <a:ext cx="36576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nutritionnel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3657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personnel basé sur l'historique, suivi des calories du jour, barre de progression, objectif personnalisable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365760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108960"/>
            <a:ext cx="365760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 par catégories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3657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par défaut et personnalisées, ajout/suppression, persistance locale via AsyncStorage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technique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840480" cy="3657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projet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components/     Composants UI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screens/        Écrans de l'app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navigation/     Config navigation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utils/          API &amp; helpers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context/        React Context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hooks/          Hooks custom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types/          Types TypeScript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           Images &amp; icônes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App.tsx           Point d'entrée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utilisés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0" y="164592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164592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1645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Context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901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d'état globale (thème, historique, favoris, profil)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2304288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2304288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2304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2560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locale de toutes les données utilisateur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2962656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2962656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29626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3218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useTheme pour accéder au thème depuis n'importe quel composant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3621024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3621024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36210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+ Cache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38770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optimisée avec cache mémoire et AbortController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4279392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4279392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4279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API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45354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natives (fade-in, slide, scan line, progress bar)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Écrans de l'application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actions, scans récents, tips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097280"/>
            <a:ext cx="192024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5544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 plein écran, overlay visuel, flash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192024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5544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auto avec debounce, résultats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097280"/>
            <a:ext cx="192024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produit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15544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Nutri-Score, NOVA, Eco-Score, nutriments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08960"/>
            <a:ext cx="19202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5661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récents, suppression, navigation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06040" y="310896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06040" y="3108960"/>
            <a:ext cx="192024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35661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Catégories, ajout/suppression, filtres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10896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108960"/>
            <a:ext cx="192024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Comparateur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35661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produits côte à côte, barres visuelles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03720" y="310896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3108960"/>
            <a:ext cx="1920240" cy="3200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0" y="35661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mode, allergènes, dashboard, à propos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Système de scores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Nutri-Score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nutritionnel de A (excellent) à E (mauvais)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914400" cy="640080"/>
          </a:xfrm>
          <a:prstGeom prst="rect">
            <a:avLst/>
          </a:prstGeom>
          <a:solidFill>
            <a:srgbClr val="03814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828800" y="1828800"/>
            <a:ext cx="914400" cy="640080"/>
          </a:xfrm>
          <a:prstGeom prst="rect">
            <a:avLst/>
          </a:prstGeom>
          <a:solidFill>
            <a:srgbClr val="85BB2F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926080" y="1828800"/>
            <a:ext cx="914400" cy="640080"/>
          </a:xfrm>
          <a:prstGeom prst="rect">
            <a:avLst/>
          </a:prstGeom>
          <a:solidFill>
            <a:srgbClr val="FECB02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023360" y="1828800"/>
            <a:ext cx="914400" cy="640080"/>
          </a:xfrm>
          <a:prstGeom prst="rect">
            <a:avLst/>
          </a:prstGeom>
          <a:solidFill>
            <a:srgbClr val="EE810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20640" y="1828800"/>
            <a:ext cx="914400" cy="640080"/>
          </a:xfrm>
          <a:prstGeom prst="rect">
            <a:avLst/>
          </a:prstGeom>
          <a:solidFill>
            <a:srgbClr val="E63E11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3152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NOVA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03814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transformé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0" y="3200400"/>
            <a:ext cx="457200" cy="457200"/>
          </a:xfrm>
          <a:prstGeom prst="ellipse">
            <a:avLst/>
          </a:prstGeom>
          <a:solidFill>
            <a:srgbClr val="85BB2F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9184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Ingrédients culinaires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200400"/>
            <a:ext cx="457200" cy="457200"/>
          </a:xfrm>
          <a:prstGeom prst="ellipse">
            <a:avLst/>
          </a:prstGeom>
          <a:solidFill>
            <a:srgbClr val="EE8100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0352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3200400"/>
            <a:ext cx="457200" cy="457200"/>
          </a:xfrm>
          <a:prstGeom prst="ellipse">
            <a:avLst/>
          </a:prstGeom>
          <a:solidFill>
            <a:srgbClr val="E63E11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Ultra-transformé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Eco-Score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152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environnemental du produit (A à E)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68680" y="4572000"/>
            <a:ext cx="411480" cy="411480"/>
          </a:xfrm>
          <a:prstGeom prst="ellipse">
            <a:avLst/>
          </a:prstGeom>
          <a:solidFill>
            <a:srgbClr val="038141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965960" y="4572000"/>
            <a:ext cx="411480" cy="411480"/>
          </a:xfrm>
          <a:prstGeom prst="ellipse">
            <a:avLst/>
          </a:prstGeom>
          <a:solidFill>
            <a:srgbClr val="85BB2F"/>
          </a:solidFill>
          <a:ln/>
        </p:spPr>
      </p:sp>
      <p:sp>
        <p:nvSpPr>
          <p:cNvPr id="33" name="Text 31"/>
          <p:cNvSpPr/>
          <p:nvPr/>
        </p:nvSpPr>
        <p:spPr>
          <a:xfrm>
            <a:off x="196596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063240" y="4572000"/>
            <a:ext cx="411480" cy="411480"/>
          </a:xfrm>
          <a:prstGeom prst="ellipse">
            <a:avLst/>
          </a:prstGeom>
          <a:solidFill>
            <a:srgbClr val="FECB02"/>
          </a:solidFill>
          <a:ln/>
        </p:spPr>
      </p:sp>
      <p:sp>
        <p:nvSpPr>
          <p:cNvPr id="35" name="Text 33"/>
          <p:cNvSpPr/>
          <p:nvPr/>
        </p:nvSpPr>
        <p:spPr>
          <a:xfrm>
            <a:off x="306324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160520" y="4572000"/>
            <a:ext cx="411480" cy="411480"/>
          </a:xfrm>
          <a:prstGeom prst="ellipse">
            <a:avLst/>
          </a:prstGeom>
          <a:solidFill>
            <a:srgbClr val="EE8100"/>
          </a:solidFill>
          <a:ln/>
        </p:spPr>
      </p:sp>
      <p:sp>
        <p:nvSpPr>
          <p:cNvPr id="37" name="Text 35"/>
          <p:cNvSpPr/>
          <p:nvPr/>
        </p:nvSpPr>
        <p:spPr>
          <a:xfrm>
            <a:off x="416052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257800" y="4572000"/>
            <a:ext cx="411480" cy="411480"/>
          </a:xfrm>
          <a:prstGeom prst="ellipse">
            <a:avLst/>
          </a:prstGeom>
          <a:solidFill>
            <a:srgbClr val="E63E11"/>
          </a:solidFill>
          <a:ln/>
        </p:spPr>
      </p:sp>
      <p:sp>
        <p:nvSpPr>
          <p:cNvPr id="39" name="Text 37"/>
          <p:cNvSpPr/>
          <p:nvPr/>
        </p:nvSpPr>
        <p:spPr>
          <a:xfrm>
            <a:off x="525780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Bonus &amp; Points forts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280160"/>
            <a:ext cx="457200" cy="4572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137160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fluides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API native : fade-in des cartes, scan line animée, transitions d'écrans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1280160"/>
            <a:ext cx="457200" cy="457200"/>
          </a:xfrm>
          <a:prstGeom prst="ellipse">
            <a:avLst/>
          </a:prstGeom>
          <a:solidFill>
            <a:srgbClr val="6366F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371600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haptique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au scan réussi et aux alertes allergènes via expo-haptics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86600" y="1280160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178040" y="137160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de produit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Share natif pour envoyer les infos d'un produit via SMS, WhatsApp...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417320" y="3200400"/>
            <a:ext cx="457200" cy="4572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08760" y="329184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Performance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mémoire 5min, AbortController, debounce 400ms sur la recherche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51960" y="3200400"/>
            <a:ext cx="457200" cy="457200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343400" y="3291840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full custom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librairie UI (pas de NativeBase, UI Kitten), tout en View/Text/StyleSheet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86600" y="3200400"/>
            <a:ext cx="457200" cy="45720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178040" y="3291840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propre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composants réutilisables, séparation des responsabilités, architecture claire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0B981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0"/>
            <a:ext cx="2743200" cy="2743200"/>
          </a:xfrm>
          <a:prstGeom prst="ellipse">
            <a:avLst/>
          </a:prstGeom>
          <a:solidFill>
            <a:srgbClr val="34D399">
              <a:alpha val="8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10B981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!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NutriScan SUPINFO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Scannez. Comprenez. Mangez mieux.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7680960" cy="54864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4320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source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5488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Contexts React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76656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affichés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NutriScan - Application Mobile de Scan Alimentaire</dc:title>
  <dc:subject>PptxGenJS Presentation</dc:subject>
  <dc:creator>NutriScan SUPINFO</dc:creator>
  <cp:lastModifiedBy>NutriScan SUPINFO</cp:lastModifiedBy>
  <cp:revision>1</cp:revision>
  <dcterms:created xsi:type="dcterms:W3CDTF">2026-03-09T08:22:52Z</dcterms:created>
  <dcterms:modified xsi:type="dcterms:W3CDTF">2026-03-09T08:22:52Z</dcterms:modified>
</cp:coreProperties>
</file>